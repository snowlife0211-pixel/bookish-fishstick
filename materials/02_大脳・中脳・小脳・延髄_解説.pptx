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2A7F9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0"/>
            <a:ext cx="2926080" cy="2926080"/>
          </a:xfrm>
          <a:prstGeom prst="ellipse">
            <a:avLst/>
          </a:prstGeom>
          <a:solidFill>
            <a:srgbClr val="2A7F9E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作業療法士国家試験対策　基礎医学（神経系）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大脳・中脳・小脳・延髄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解説スライド　全31問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7F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 [1]〜[14]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要点まとめ：大脳の主な領野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領野 → 脳葉・部位 → Brodmann → 障害時の症状 をセットで覚える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914400"/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領野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脳葉・部位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Brodmann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機能・障害時の症状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一次運動野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前頭葉・中心前回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随意運動の実行 → 対側の片麻痺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運動前野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前頭葉（外側）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視覚など外部情報に誘導される運動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補足運動野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前頭葉（内側）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記憶に基づく連続運動・動作の企画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前頭前野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9・10・46 など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遂行機能・行動の抑制 → 人格変化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Broca野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前頭葉・下前頭回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44・45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運動性言語中枢 → 運動性失語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一次体性感覚野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頭頂葉・中心後回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3・1・2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体性感覚 → 対側の感覚障害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縁上回 / 角回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頭頂葉・下頭頂小葉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 / 39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空間的構成 / 読み書き・計算（Gerstmann）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一次聴覚野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側頭葉・横側頭回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41・42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聴覚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Wernicke野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側頭葉・上側頭回後部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感覚性言語中枢 → 感覚性失語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一次視覚野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後頭葉・鳥距溝周囲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視覚 → 同名半盲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溝：中心溝＝前頭葉/頭頂葉、外側溝＝側頭葉の上縁、頭頂後頭溝＝頭頂葉/後頭葉、大脳縦裂＝左右半球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61回午前53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中心後回に位置するのはどれか。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一次嗅覚野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一次視覚野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一次聴覚野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61回午前53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中心後回に位置するのはどれか。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中心前回（4野）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一次嗅覚野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側頭葉内側（梨状葉・扁桃体周囲）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一次視覚野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後頭葉の鳥距溝周囲（17野）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一次聴覚野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側頭葉の横側頭回（41・42野）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中心後回（3・1・2野）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中心前回＝一次運動野、中心後回＝一次体性感覚野。「後悔（後回）するのは感覚」と覚える。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61回午後38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脳腫瘍の発生部位と症状の組合せで正しいのはどれか。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 床 ― 視力障害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 脳 ― 協調運動障害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視交叉 ― 失語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 ― 聴力障害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脳幹部 ― 人格障害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61回午後38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脳腫瘍の発生部位と症状の組合せで正しいのはどれか。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 床 ― 視力障害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視床は感覚の中継核 → 感覚障害・視床痛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 脳 ― 協調運動障害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 → 運動失調・協調運動障害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視交叉 ― 失語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視交叉 → 両耳側半盲（下垂体腺腫など）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 ― 聴力障害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 → 人格変化・運動麻痺・運動性失語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脳幹部 ― 人格障害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脳幹部 → 脳神経麻痺・意識障害・交叉性片麻痺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部位と症状の対応：視交叉＝両耳側半盲、前頭葉＝人格障害、小脳＝協調運動障害。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60回午後46 改訂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脳の領域と機能の組合せで正しいのはどれか。２つ選べ。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 ――― 情動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縁上回 ―― 空間的構成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 ―― 聴覚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前頭前野 ― 行動の抑制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 ― 運動のプログラミング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60回午後46 改訂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脳の領域と機能の組合せで正しいのはどれか。２つ選べ。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 ――― 情動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角回は読み書き・計算（障害でGerstmann症候群）。情動は辺縁系・扁桃体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縁上回 ―― 空間的構成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縁上回（頭頂葉）は空間的構成に関与 → 障害で構成障害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 ―― 聴覚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Broca野は運動性言語中枢（発話）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前頭前野 ― 行動の抑制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前頭前野は遂行機能・行動の抑制を担う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 ― 運動のプログラミング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Wernicke野は感覚性言語中枢（言語理解）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2・4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頭頂葉（角回・縁上回）＝空間・読み書き、前頭前野＝遂行機能・抑制。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55回午後63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Brodmannにより決定された皮質領野で一次運動野に相当するのはどれか。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4野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17野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22野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44野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55回午後63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Brodmannにより決定された皮質領野で一次運動野に相当するのはどれか。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1野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3・1・2野＝一次体性感覚野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4野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4野＝一次運動野（中心前回）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17野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17野＝一次視覚野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22野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22野＝Wernicke野（聴覚連合野）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44野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44・45野＝Broca野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運動は「4」つく。よく出るBrodmann：4（運動）、3-1-2（体性感覚）、17（視覚）、41・42（聴覚）、44・45（Broca）、22（Wernicke）。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53回午前5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脳皮質の感覚野の片側前額断の模式図を示す。Penfieldの感覚神経の脳地図における足の局在はどれか。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5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96" y="1508760"/>
            <a:ext cx="323408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53回午前5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脳皮質の感覚野の片側前額断の模式図を示す。Penfieldの感覚神経の脳地図における足の局在はどれか。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1417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大脳縦裂に面した内側面 → 足・下肢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1947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頭頂部 → 体幹・殿部付近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07792" y="247802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上外側 → 上肢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07792" y="3008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 → 手・顔面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907792" y="35387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外側溝付近 → 口腔・咽頭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3146" y="1417320"/>
            <a:ext cx="2829827" cy="25603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ホムンクルス：内側面（上方）から足→体幹→上肢→手→顔→口の順に外側下方へ並ぶ。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大脳の領野と部位の組合せで正しいのはどれか。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 ― 前頭葉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 ― 側頭葉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聴覚野 ― 頭頂葉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 ― 側頭葉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 ― 後頭葉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大脳の領野と部位の組合せで正しいのはどれか。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 ― 前頭葉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一次運動野は前頭葉の中心前回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 ― 側頭葉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一次体性感覚野は頭頂葉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聴覚野 ― 頭頂葉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聴覚野は側頭葉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 ― 側頭葉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Broca野は前頭葉（下前頭回）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 ― 後頭葉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Wernicke野は側頭葉（上側頭回後部）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領野と脳葉の対応は頻出。Broca＝前頭葉、Wernicke＝側頭葉。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50回午後56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大脳の領野と部位の組合せで正しいのはどれか。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 ― 側頭葉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一次嗅皮質 ― 後頭葉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一次視覚野 ― 前頭葉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一次聴覚野 ― 辺縁葉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 ― 頭頂葉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50回午後56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大脳の領野と部位の組合せで正しいのはどれか。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 ― 側頭葉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一次運動野は前頭葉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一次嗅皮質 ― 後頭葉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一次嗅皮質は側頭葉内側（梨状葉など）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一次視覚野 ― 前頭葉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一次視覚野は後頭葉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一次聴覚野 ― 辺縁葉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一次聴覚野は側頭葉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 ― 頭頂葉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一次体性感覚野は頭頂葉 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運動＝前頭、体性感覚＝頭頂、聴覚＝側頭、視覚＝後頭。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49回午前55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側頭葉にあるのはどれか。２つ選べ。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歯状回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海馬傍回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49回午前55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側頭葉にあるのはどれか。２つ選べ。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角回は頭頂葉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歯状回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歯状回は側頭葉内側（海馬体の一部）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帯状回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帯状回は大脳内側面（辺縁葉）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海馬傍回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海馬傍回は側頭葉内側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中心前回は前頭葉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2・4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側頭葉内側：海馬・歯状回・海馬傍回（記憶に関与）。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49回午前64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随意運動に関与しないのはどれか。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視床下部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49回午前64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随意運動に関与しないのはどれか。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運動の協調・調節に関与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内包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錐体路が通過（後脚）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錐体路が通過（中脳）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視床下部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自律神経・内分泌の中枢 → 随意運動には関与しない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錐体路の経路：中心前回 → 放線冠 → 内包後脚 → 大脳脚 → 橋底部 → 延髄錐体。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前頭葉に含まれるのはどれか。２つ選べ。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紡錘状回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前頭葉に含まれるのはどれか。２つ選べ。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紡錘状回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側頭葉〜後頭葉の底面（顔の認知）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前頭葉（一次運動野）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Broca野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前頭葉（下前頭回）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Wernicke野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3・4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前頭葉：中心前回・運動前野・補足運動野・Broca野・前頭前野。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48回午後56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大脳の中心後回にあるのはどれか。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前頭眼野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第二次視覚野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第一次体性感覚野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48回午後56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大脳の中心後回にあるのはどれか。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前頭葉（6野外側）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前頭眼野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前頭葉（8野）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前頭葉（6野内側）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第二次視覚野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後頭葉（18野）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第一次体性感覚野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中心後回（3・1・2野）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[1]と同内容。繰り返し出題される。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46回午後52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帯状回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海馬傍回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46回午後52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頭頂葉（下頭頂小葉）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帯状回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大脳内側面（辺縁葉）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歯状回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側頭葉内側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海馬傍回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側頭葉内側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中心前回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下頭頂小葉＝縁上回（40野）＋角回（39野）。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中心溝によって左右半球に分けられる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外側溝によって側頭葉と後頭葉とに分けられる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鳥距溝によって頭頂葉と後頭葉とに分けられる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脳梁によって左右半球は連結している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脳弓によって下垂体は視床下部と連結している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45回午後53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中心溝によって左右半球に分けられる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左右を分けるのは大脳縦裂。中心溝は前頭葉と頭頂葉の境界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外側溝によって側頭葉と後頭葉とに分けられる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外側溝は前頭葉・頭頂葉と側頭葉の境界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鳥距溝によって頭頂葉と後頭葉とに分けられる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頭頂葉と後頭葉の境界は頭頂後頭溝。鳥距溝は一次視覚野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脳梁によって左右半球は連結している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脳梁は左右半球を結ぶ交連線維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脳弓によって下垂体は視床下部と連結している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脳弓は海馬と乳頭体を結ぶ。下垂体は漏斗で視床下部と連結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溝の名称と境界の対応を整理する。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45回午後74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一次運動野は筋緊張の調節に関与する。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運動前野は記憶に基づいた連続運動に関与する。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補足運動野は視覚情報を運動に変換する。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大脳基底核は運動時の感覚情報を中継する。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小脳は無意識的な運動スキルの習得に関与している。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45回午後74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一次運動野は筋緊張の調節に関与する。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一次運動野は随意運動の実行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運動前野は記憶に基づいた連続運動に関与する。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記憶に基づく連続運動は補足運動野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補足運動野は視覚情報を運動に変換する。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視覚情報を運動に変換するのは運動前野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大脳基底核は運動時の感覚情報を中継する。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感覚情報の中継は視床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小脳は無意識的な運動スキルの習得に関与している。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小脳は運動学習（手続き記憶）に関与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運動前野＝外部（視覚）誘導性、補足運動野＝内部（記憶）誘導性の運動。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7F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 [15]〜[20]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要点まとめ：脳幹（中脳・橋・延髄）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中脳は背側から「中脳蓋 → 被蓋 → 黒質 → 大脳脚」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中脳蓋：上丘（視覚反射）・下丘（聴覚）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被蓋：赤核、動眼神経核（Ⅲ）、滑車神経核（Ⅳ）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黒質：ドーパミン産生 → 変性でParkinson病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大脳脚：錐体路が通る（腹側）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滑車神経は唯一、背側から出る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脳神経核：三叉（Ⅴ）・外転（Ⅵ）・顔面（Ⅶ）・内耳（Ⅷ）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橋底部を錐体路が通る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橋核 → 中小脳脚 → 小脳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脳神経核：舌咽（Ⅸ）・迷走（Ⅹ）・副（Ⅺ）・舌下（Ⅻ）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オリーブ核・疑核・孤束核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錐体交叉（外側皮質脊髄路が交叉）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下小脳脚で小脳と連絡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呼吸・循環の中枢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乳頭体は間脳（視床下部）。中脳の核と間違えやすい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53回午後54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黒質は被蓋と大脳脚との間に位置する。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皮質脊髄路は被蓋を通過する。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上小脳脚で小脳に連絡する。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大脳脚は腹側に位置する。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中脳蓋は背側に位置する。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53回午後54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黒質は被蓋と大脳脚との間に位置する。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皮質脊髄路は被蓋を通過する。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皮質脊髄路（錐体路）は大脳脚を通過する → 誤り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上小脳脚で小脳に連絡する。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大脳脚は腹側に位置する。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中脳蓋は背側に位置する。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正しい（上丘・下丘）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中脳の断面：背側から中脳蓋 → 被蓋（赤核）→ 黒質 → 大脳脚（腹側）。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50回午前54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中脳レベルの横断面の模式図を示す。錐体路はどれか。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5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580" y="1508760"/>
            <a:ext cx="35763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50回午前54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中脳レベルの横断面の模式図を示す。錐体路はどれか。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1417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中脳蓋（上丘）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1947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07792" y="247802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07792" y="3008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中脳水道周囲（動眼神経核付近）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907792" y="35387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 → 錐体路が通る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3420" y="1417320"/>
            <a:ext cx="3129280" cy="25603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錐体路は中脳では腹側の大脳脚を通る。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47回午前55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孤束核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47回午前55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中脳にあるのはどれか。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疑核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延髄（舌咽・迷走神経の運動核）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中脳被蓋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孤束核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延髄（味覚・内臓感覚）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中脳の核：赤核・黒質・動眼神経核・滑車神経核・上丘・下丘。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乳頭体核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乳頭体核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乳頭体は間脳（視床下部）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乳頭体は視床下部に属し、Papezの回路の一部。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中脳にあり、ドーパミンを産生する組織はどれか。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中脳にあり、ドーパミンを産生する組織はどれか。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視覚反射の中枢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上丘・下丘を含む背側部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赤核などを含む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黒質緻密部のドーパミン作動性ニューロン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大脳脚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錐体路の通路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黒質の変性 → ドーパミン低下 → Parkinson病。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脳幹の背側から神経線維が出る脳神経はどれか。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滑車神経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三叉神経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外転神経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脳幹の背側から神経線維が出る脳神経はどれか。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中脳腹側（脚間窩）から出る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滑車神経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唯一、脳幹の背側（下丘の下）から出る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三叉神経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橋の外側から出る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外転神経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橋と延髄の境界（腹側）から出る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橋と延髄の境界（外側）から出る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滑車神経：背側から出る・完全交叉する唯一の脳神経。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A7F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 [21]〜[29]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要点まとめ：小脳の構造と機能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入力（苔状線維・登上線維） → 小脳皮質 → プルキンエ細胞 → 小脳核 → 出力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左右の小脳半球＋虫部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皮質3層：分子層・プルキンエ細胞層・顆粒層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小脳核：歯状核・栓状核・球状核・室頂核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小脳テントで大脳（後頭葉）と隔てられる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小脳脚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上小脳脚：中脳と連絡（主に出力 → 赤核・視床）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中小脳脚：橋と連絡（入力：橋核から）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下小脳脚：延髄と連絡（入力：脊髄小脳路・オリーブ）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9525">
            <a:solidFill>
              <a:srgbClr val="C9D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rgbClr val="2A7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745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運動の協調・誤差修正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筋トーヌスの調節・姿勢保持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運動学習（手続き記憶）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障害 → 運動失調・測定障害・企図振戦・筋緊張低下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オリーブ核は延髄にあり、小脳核ではない（登上線維の起始）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53回午前82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運動制御における小脳の役割で正しいのはどれか。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一連の動作の企画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運動プランの切り替え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記憶に基づく運動の修飾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視覚情報を運動指令に変換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自発的な行為のプログラミング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53回午前82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運動制御における小脳の役割で正しいのはどれか。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一連の動作の企画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運動プランの切り替え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前頭前野・大脳基底核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記憶に基づく運動の修飾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小脳：運動記憶をもとに誤差を修正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視覚情報を運動指令に変換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運動前野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自発的な行為のプログラミング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補足運動野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小脳＝運動の協調・誤差修正・運動学習。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46回午後70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随意運動の制御に関与する部位はどれか。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松果体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扁桃体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青斑核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[22]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46回午後70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随意運動の制御に関与する部位はどれか。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松果体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メラトニン分泌（概日リズム）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扁桃体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 → 視床 → 大脳皮質へ出力し随意運動を調節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青斑核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ノルアドレナリン作動性（覚醒）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歯状核は最大の小脳核で、小脳半球からの出力を担う。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43回午後23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主たる機能の組合せで正しいのはどれか。２つ選べ。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大脳基底核 － 深部感覚中継核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 － 筋トーヌス制御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 － 姿勢調整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網様体 － 覚醒水準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 － 視覚中枢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[23]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43回午後23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主たる機能の組合せで正しいのはどれか。２つ選べ。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大脳基底核 － 深部感覚中継核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感覚の中継は視床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 － 筋トーヌス制御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小脳は筋緊張の調節に関与（障害で筋緊張低下）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 － 姿勢調整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海馬は記憶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網様体 － 覚醒水準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脳幹網様体は上行性網様体賦活系で覚醒を維持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角回 － 視覚中枢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視覚中枢は後頭葉（17野）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2・4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網様体＝覚醒、小脳＝筋トーヌス・協調運動。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39回午後9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小脳は左右半球と虫部からなる。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小脳脚は上・中・下の三つからなる。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小脳核の一つにオリーブ核がある。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小脳皮質は3層からなる。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プルキンエ細胞は小脳皮質からの出力を担っている。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[24]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39回午後9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小脳は左右半球と虫部からなる。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小脳脚は上・中・下の三つからなる。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小脳核の一つにオリーブ核がある。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オリーブ核は延髄。小脳核は歯状核・栓状核・球状核・室頂核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小脳皮質は3層からなる。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正しい（分子層・プルキンエ細胞層・顆粒層）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プルキンエ細胞は小脳皮質からの出力を担っている。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正しい（唯一の出力細胞）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小脳核は「歯・栓・球・室」の4つ。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39回午後11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体性感覚入力を直接受けるのはどれか。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線条体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視床下核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39回午後11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体性感覚入力を直接受けるのはどれか。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線条体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主に大脳皮質から入力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黒質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線条体から入力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視床下核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淡蒼球外節から入力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脊髄小脳路で深部感覚を直接受ける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海馬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記憶に関わる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脊髄小脳路（後・前）は意識にのぼらない深部感覚を小脳へ伝える。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登上線維は小脳への入力線維である。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延髄と橋との背側に位置する。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苔状線維は小脳からの出力線維である。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小脳皮質はプルキンエ細胞を含む。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上・中・下の３小脳脚で脳幹と結合する。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[26]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登上線維は小脳への入力線維である。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正しい（下オリーブ核から）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延髄と橋との背側に位置する。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正しい（第四脳室の背側）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苔状線維は小脳からの出力線維である。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苔状線維も入力線維 → 誤り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小脳皮質はプルキンエ細胞を含む。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上・中・下の３小脳脚で脳幹と結合する。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入力：苔状線維・登上線維、出力：プルキンエ細胞 → 小脳核。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左右の小脳半球とその間に存在する橋からなっている。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上、中、下の小脳脚によって大脳と結合している。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身体各部の運動企図をつかさどる作用がある。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小脳と後頭葉とを隔てている硬膜はテントという。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小脳皮質は分子層、神経細胞層（プルキンエ細胞層）、錐体細胞層からなる。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小脳について正しいのはどれか。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左右の小脳半球とその間に存在する橋からなっている。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半球の間は虫部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上、中、下の小脳脚によって大脳と結合している。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小脳脚は脳幹と結合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身体各部の運動企図をつかさどる作用がある。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運動企図は大脳皮質（補足運動野など）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小脳と後頭葉とを隔てている硬膜はテントという。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小脳テント 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小脳皮質は分子層、神経細胞層（プルキンエ細胞層）、錐体細胞層からなる。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3層目は顆粒層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小脳皮質の3層：分子層・プルキンエ細胞層・顆粒層。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小脳にある核でないのはどれか。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栓状核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球状核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室頂核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[28]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小脳にある核でないのはどれか。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歯状核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栓状核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球状核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室頂核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オリーブ核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延髄にある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[24]と同じ知識。オリーブ核は延髄。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プルキンエ細胞は小脳皮質からの出力線維を出す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苔状線維と登上線維は小脳への入力線維である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上小脳脚は中脳から小脳へ入力する経路である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中小脳脚は橋から小脳へ入力する経路である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下小脳脚は延髄から小脳へ入力する経路である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[29]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プルキンエ細胞は小脳皮質からの出力線維を出す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苔状線維と登上線維は小脳への入力線維である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上小脳脚は中脳から小脳へ入力する経路である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上小脳脚は主に小脳からの出力路（→赤核・視床）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中小脳脚は橋から小脳へ入力する経路である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正しい（橋核から）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下小脳脚は延髄から小脳へ入力する経路である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正しい（後脊髄小脳路・オリーブ小脳路など）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上小脳脚＝主に出力、中・下小脳脚＝主に入力。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A7F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 [30]〜[31]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44回午後10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延髄にない神経核はどれか。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舌下神経核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前庭神経核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蝸牛神経核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迷走神経背側核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44回午後10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延髄にない神経核はどれか。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舌下神経核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動眼神経核は中脳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前庭神経核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延髄〜橋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蝸牛神経核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延髄〜橋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迷走神経背側核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脳神経核の位置：中脳（Ⅲ・Ⅳ）、橋（Ⅴ〜Ⅷ）、延髄（Ⅸ〜Ⅻ）。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08760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頭側は橋である。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17627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12264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小脳との連絡線維がある。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715768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外側皮質脊髄路が交差する。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9272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背側部を被蓋と呼ぶ。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22776"/>
            <a:ext cx="7543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舌下神経核がある。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953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74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274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年不明過去問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延髄について誤っているのはどれか。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頭側は橋である。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417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947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小脳との連絡線維がある。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正しい（下小脳脚）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外側皮質脊髄路が交差する。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正しい（錐体交叉）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3E2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背側部を被蓋と呼ぶ。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0083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被蓋は主に中脳・橋で用いる区分 → 誤り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027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538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舌下神経核がある。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96512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57400" y="4160520"/>
            <a:ext cx="662940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456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　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錐体交叉は延髄下部で起こる。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正答一覧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02　大脳・中脳・小脳・延髄</a:t>
            </a:r>
            <a:endParaRPr lang="en-US" sz="11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[8]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[15]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[22]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[29]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[9]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[16]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[23]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[30]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[3]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[10]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3・4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[17]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[24]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[31]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[4]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[11]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[18]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[25]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[5]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[12]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[19]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[26]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[6]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[13]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[20]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[27]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[7]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[14]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[21]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[28]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大脳・中脳・小脳・延髄 解説</dc:title>
  <dc:subject>PptxGenJS Presentation</dc:subject>
  <dc:creator>PptxGenJS</dc:creator>
  <cp:lastModifiedBy>PptxGenJS</cp:lastModifiedBy>
  <cp:revision>1</cp:revision>
  <dcterms:created xsi:type="dcterms:W3CDTF">2026-09-29T06:41:20Z</dcterms:created>
  <dcterms:modified xsi:type="dcterms:W3CDTF">2026-09-29T06:41:20Z</dcterms:modified>
</cp:coreProperties>
</file>