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【導入】テーマ02「大脳・中脳・小脳・延髄」の解説です。全31問です。
配布プリントで解いてもらったあと、1問ずつ解説します。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【大脳】
問題 [1]〜[14]です。
ここから「大脳」の問題に入ります。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【要点まとめ】要点まとめ：大脳の主な領野
領野 → 脳葉・部位 → Brodmann → 障害時の症状 をセットで覚える。
・一次運動野：脳葉・部位は前頭葉・中心前回、Brodmannは4、機能・障害時の症状は随意運動の実行 → 対側の片麻痺
・運動前野：脳葉・部位は前頭葉（外側）、Brodmannは6、機能・障害時の症状は視覚など外部情報に誘導される運動
・補足運動野：脳葉・部位は前頭葉（内側）、Brodmannは6、機能・障害時の症状は記憶に基づく連続運動・動作の企画
・前頭前野：脳葉・部位は前頭葉、Brodmannは9・10・46 など、機能・障害時の症状は遂行機能・行動の抑制 → 人格変化
・Broca野：脳葉・部位は前頭葉・下前頭回、Brodmannは44・45、機能・障害時の症状は運動性言語中枢 → 運動性失語
・一次体性感覚野：脳葉・部位は頭頂葉・中心後回、Brodmannは3・1・2、機能・障害時の症状は体性感覚 → 対側の感覚障害
・縁上回 / 角回：脳葉・部位は頭頂葉・下頭頂小葉、Brodmannは40 / 39、機能・障害時の症状は空間的構成 / 読み書き・計算（Gerstmann）
・一次聴覚野：脳葉・部位は側頭葉・横側頭回、Brodmannは41・42、機能・障害時の症状は聴覚
・Wernicke野：脳葉・部位は側頭葉・上側頭回後部、Brodmannは22、機能・障害時の症状は感覚性言語中枢 → 感覚性失語
・一次視覚野：脳葉・部位は後頭葉・鳥距溝周囲、Brodmannは17、機能・障害時の症状は視覚 → 同名半盲
最後に、溝：中心溝＝前頭葉/頭頂葉、外側溝＝側頭葉の上縁、頭頂後頭溝＝頭頂葉/後頭葉、大脳縦裂＝左右半球。ここは試験でよく問われます。
このあとの問題で、この表のどこが使えるかを確認しながら解説します。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【問1】（61回午前53）
問題文：中心後回に位置するのはどれか。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【問1 解説】
正解は 5番「一次体性感覚野」 です。
選択肢を順に確認します。
・1「一次運動野」：中心前回（4野）
・2「一次嗅覚野」：側頭葉内側（梨状葉・扁桃体周囲）
・3「一次視覚野」：後頭葉の鳥距溝周囲（17野）
・4「一次聴覚野」：側頭葉の横側頭回（41・42野）
・5「一次体性感覚野」：中心後回（3・1・2野）　← 正解
ポイント：中心前回＝一次運動野、中心後回＝一次体性感覚野。「後悔（後回）するのは感覚」と覚える。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【問2】（61回午後38）
問題文：脳腫瘍の発生部位と症状の組合せで正しいのはどれか。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【問2 解説】
正解は 2番「小 脳 ― 協調運動障害」 です。
選択肢を順に確認します。
・1「視 床 ― 視力障害」：視床は感覚の中継核 → 感覚障害・視床痛
・2「小 脳 ― 協調運動障害」：小脳 → 運動失調・協調運動障害　← 正解
・3「視交叉 ― 失語」：視交叉 → 両耳側半盲（下垂体腺腫など）
・4「前頭葉 ― 聴力障害」：前頭葉 → 人格変化・運動麻痺・運動性失語
・5「脳幹部 ― 人格障害」：脳幹部 → 脳神経麻痺・意識障害・交叉性片麻痺
ポイント：部位と症状の対応：視交叉＝両耳側半盲、前頭葉＝人格障害、小脳＝協調運動障害。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【問3】（60回午後46 改訂）
問題文：脳の領域と機能の組合せで正しいのはどれか。２つ選べ。
※2つ選ぶ問題です。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【問3 解説】
正解は 2番「縁上回 ―― 空間的構成」と4番「前頭前野 ― 行動の抑制」 です。
選択肢を順に確認します。
・1「角回 ――― 情動」：角回は読み書き・計算（障害でGerstmann症候群）。情動は辺縁系・扁桃体
・2「縁上回 ―― 空間的構成」：縁上回（頭頂葉）は空間的構成に関与 → 障害で構成障害　← 正解
・3「Broca野 ―― 聴覚」：Broca野は運動性言語中枢（発話）
・4「前頭前野 ― 行動の抑制」：前頭前野は遂行機能・行動の抑制を担う　← 正解
・5「Wernicke野 ― 運動のプログラミング」：Wernicke野は感覚性言語中枢（言語理解）
ポイント：頭頂葉（角回・縁上回）＝空間・読み書き、前頭前野＝遂行機能・抑制。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【問4】（55回午後63）
問題文：Brodmannにより決定された皮質領野で一次運動野に相当するのはどれか。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【問4 解説】
正解は 2番「4野」 です。
選択肢を順に確認します。
・1「1野」：3・1・2野＝一次体性感覚野
・2「4野」：4野＝一次運動野（中心前回）　← 正解
・3「17野」：17野＝一次視覚野
・4「22野」：22野＝Wernicke野（聴覚連合野）
・5「44野」：44・45野＝Broca野
ポイント：運動は「4」つく。よく出るBrodmann：4（運動）、3-1-2（体性感覚）、17（視覚）、41・42（聴覚）、44・45（Broca）、22（Wernicke）。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【問5】（53回午前5）
問題文：脳皮質の感覚野の片側前額断の模式図を示す。Penfieldの感覚神経の脳地図における足の局在はどれか。
図の番号の位置を、まず一緒に確認しましょう。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【問5 解説】
正解は 1番「①」 です。
選択肢を順に確認します。
・1「①」：大脳縦裂に面した内側面 → 足・下肢　← 正解
・2「②」：頭頂部 → 体幹・殿部付近
・3「③」：上外側 → 上肢
・4「④」：外側 → 手・顔面
・5「⑤」：外側溝付近 → 口腔・咽頭
ポイント：ホムンクルス：内側面（上方）から足→体幹→上肢→手→顔→口の順に外側下方へ並ぶ。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【問6】（53回午後53）
問題文：大脳の領野と部位の組合せで正しいのはどれか。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【問6 解説】
正解は 1番「一次運動野 ― 前頭葉」 です。
選択肢を順に確認します。
・1「一次運動野 ― 前頭葉」：一次運動野は前頭葉の中心前回　← 正解
・2「一次体性感覚野 ― 側頭葉」：一次体性感覚野は頭頂葉
・3「聴覚野 ― 頭頂葉」：聴覚野は側頭葉
・4「Broca野 ― 側頭葉」：Broca野は前頭葉（下前頭回）
・5「Wernicke野 ― 後頭葉」：Wernicke野は側頭葉（上側頭回後部）
ポイント：領野と脳葉の対応は頻出。Broca＝前頭葉、Wernicke＝側頭葉。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【問7】（50回午後56）
問題文：大脳の領野と部位の組合せで正しいのはどれか。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【問7 解説】
正解は 5番「一次体性感覚野 ― 頭頂葉」 です。
選択肢を順に確認します。
・1「一次運動野 ― 側頭葉」：一次運動野は前頭葉
・2「一次嗅皮質 ― 後頭葉」：一次嗅皮質は側頭葉内側（梨状葉など）
・3「一次視覚野 ― 前頭葉」：一次視覚野は後頭葉
・4「一次聴覚野 ― 辺縁葉」：一次聴覚野は側頭葉
・5「一次体性感覚野 ― 頭頂葉」：一次体性感覚野は頭頂葉 ○　← 正解
ポイント：運動＝前頭、体性感覚＝頭頂、聴覚＝側頭、視覚＝後頭。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【問8】（49回午前55）
問題文：側頭葉にあるのはどれか。２つ選べ。
※2つ選ぶ問題です。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【問8 解説】
正解は 2番「歯状回」と4番「海馬傍回」 です。
選択肢を順に確認します。
・1「角回」：角回は頭頂葉
・2「歯状回」：歯状回は側頭葉内側（海馬体の一部）　← 正解
・3「帯状回」：帯状回は大脳内側面（辺縁葉）
・4「海馬傍回」：海馬傍回は側頭葉内側　← 正解
・5「中心前回」：中心前回は前頭葉
ポイント：側頭葉内側：海馬・歯状回・海馬傍回（記憶に関与）。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【問9】（49回午前64）
問題文：随意運動に関与しないのはどれか。
※「関与しない」ものを選ぶ問題です。読み飛ばしに注意するよう声をかけます。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【問9 解説】
正解は 4番「視床下部」 です。
選択肢を順に確認します。
・1「小脳」：運動の協調・調節に関与
・2「内包」：錐体路が通過（後脚）
・3「大脳脚」：錐体路が通過（中脳）
・4「視床下部」：自律神経・内分泌の中枢 → 随意運動には関与しない　← 正解
・5「中心前回」：一次運動野
ポイント：錐体路の経路：中心前回 → 放線冠 → 内包後脚 → 大脳脚 → 橋底部 → 延髄錐体。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【問10】（48回午後53）
問題文：前頭葉に含まれるのはどれか。２つ選べ。
※2つ選ぶ問題です。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【問10 解説】
正解は 3番「中心前回」と4番「Broca野」 です。
選択肢を順に確認します。
・1「角回」：頭頂葉
・2「紡錘状回」：側頭葉〜後頭葉の底面（顔の認知）
・3「中心前回」：前頭葉（一次運動野）　← 正解
・4「Broca野」：前頭葉（下前頭回）　← 正解
・5「Wernicke野」：側頭葉
ポイント：前頭葉：中心前回・運動前野・補足運動野・Broca野・前頭前野。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【問11】（48回午後56）
問題文：大脳の中心後回にあるのはどれか。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【問11 解説】
正解は 5番「第一次体性感覚野」 です。
選択肢を順に確認します。
・1「運動前野」：前頭葉（6野外側）
・2「前頭眼野」：前頭葉（8野）
・3「補足運動野」：前頭葉（6野内側）
・4「第二次視覚野」：後頭葉（18野）
・5「第一次体性感覚野」：中心後回（3・1・2野）　← 正解
ポイント：[1]と同内容。繰り返し出題される。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【問12】（46回午後52）
問題文：頭頂葉にあるのはどれか。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【問12 解説】
正解は 1番「角回」 です。
選択肢を順に確認します。
・1「角回」：頭頂葉（下頭頂小葉）　← 正解
・2「帯状回」：大脳内側面（辺縁葉）
・3「歯状回」：側頭葉内側
・4「海馬傍回」：側頭葉内側
・5「中心前回」：前頭葉
ポイント：下頭頂小葉＝縁上回（40野）＋角回（39野）。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【問13】（45回午後53）
問題文：大脳で正しいのはどれか。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【問13 解説】
正解は 4番「脳梁によって左右半球は連結している」 です。
選択肢を順に確認します。
・1「中心溝によって左右半球に分けられる」：左右を分けるのは大脳縦裂。中心溝は前頭葉と頭頂葉の境界
・2「外側溝によって側頭葉と後頭葉とに分けられる」：外側溝は前頭葉・頭頂葉と側頭葉の境界
・3「鳥距溝によって頭頂葉と後頭葉とに分けられる」：頭頂葉と後頭葉の境界は頭頂後頭溝。鳥距溝は一次視覚野
・4「脳梁によって左右半球は連結している」：脳梁は左右半球を結ぶ交連線維　← 正解
・5「脳弓によって下垂体は視床下部と連結している」：脳弓は海馬と乳頭体を結ぶ。下垂体は漏斗で視床下部と連結
ポイント：溝の名称と境界の対応を整理する。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【問14】（45回午後74）
問題文：正しいのはどれか。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【問14 解説】
正解は 5番「小脳は無意識的な運動スキルの習得に関与している。」 です。
選択肢を順に確認します。
・1「一次運動野は筋緊張の調節に関与する。」：一次運動野は随意運動の実行
・2「運動前野は記憶に基づいた連続運動に関与する。」：記憶に基づく連続運動は補足運動野
・3「補足運動野は視覚情報を運動に変換する。」：視覚情報を運動に変換するのは運動前野
・4「大脳基底核は運動時の感覚情報を中継する。」：感覚情報の中継は視床
・5「小脳は無意識的な運動スキルの習得に関与している。」：小脳は運動学習（手続き記憶）に関与　← 正解
ポイント：運動前野＝外部（視覚）誘導性、補足運動野＝内部（記憶）誘導性の運動。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【中脳】
問題 [15]〜[20]です。
ここから「中脳」の問題に入ります。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【要点まとめ】要点まとめ：脳幹（中脳・橋・延髄）
中脳は背側から「中脳蓋 → 被蓋 → 黒質 → 大脳脚」。
■中脳：中脳蓋：上丘（視覚反射）・下丘（聴覚）、被蓋：赤核、動眼神経核（Ⅲ）、滑車神経核（Ⅳ）、黒質：ドーパミン産生 → 変性でParkinson病、大脳脚：錐体路が通る（腹側）、滑車神経は唯一、背側から出る
■橋：脳神経核：三叉（Ⅴ）・外転（Ⅵ）・顔面（Ⅶ）・内耳（Ⅷ）、橋底部を錐体路が通る、橋核 → 中小脳脚 → 小脳
■延髄：脳神経核：舌咽（Ⅸ）・迷走（Ⅹ）・副（Ⅺ）・舌下（Ⅻ）、オリーブ核・疑核・孤束核、錐体交叉（外側皮質脊髄路が交叉）、下小脳脚で小脳と連絡、呼吸・循環の中枢
最後に、乳頭体は間脳（視床下部）。中脳の核と間違えやすい。ここは試験でよく問われます。
このあとの問題で、この表のどこが使えるかを確認しながら解説します。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【問15】（53回午後54）
問題文：中脳について誤っているのはどれか。
※「誤っている」ものを選ぶ問題です。読み飛ばしに注意するよう声をかけます。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【問15 解説】
正解は 2番「皮質脊髄路は被蓋を通過する。」 です。
「誤っている」ものを選ぶ問題なので、正解の選択肢が誤った内容になっています。
選択肢を順に確認します。
・1「黒質は被蓋と大脳脚との間に位置する。」：正しい
・2「皮質脊髄路は被蓋を通過する。」：皮質脊髄路（錐体路）は大脳脚を通過する → 誤り　← 正解
・3「上小脳脚で小脳に連絡する。」：正しい
・4「大脳脚は腹側に位置する。」：正しい
・5「中脳蓋は背側に位置する。」：正しい（上丘・下丘）
ポイント：中脳の断面：背側から中脳蓋 → 被蓋（赤核）→ 黒質 → 大脳脚（腹側）。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【問16】（50回午前54）
問題文：中脳レベルの横断面の模式図を示す。錐体路はどれか。
図の番号の位置を、まず一緒に確認しましょう。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【問16 解説】
正解は 5番「⑤」 です。
選択肢を順に確認します。
・1「①」：中脳蓋（上丘）
・2「②」：赤核
・3「③」：黒質
・4「④」：中脳水道周囲（動眼神経核付近）
・5「⑤」：大脳脚 → 錐体路が通る　← 正解
ポイント：錐体路は中脳では腹側の大脳脚を通る。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【問17】（47回午前55）
問題文：中脳にあるのはどれか。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【問17 解説】
正解は 2番「赤核」 です。
選択肢を順に確認します。
・1「疑核」：延髄（舌咽・迷走神経の運動核）
・2「赤核」：中脳被蓋　← 正解
・3「孤束核」：延髄（味覚・内臓感覚）
・4「歯状核」：小脳核
・5「オリーブ核」：延髄
ポイント：中脳の核：赤核・黒質・動眼神経核・滑車神経核・上丘・下丘。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【問18】（年不明過去問）
問題文：中脳にないのはどれか。
※「にないのは」ものを選ぶ問題です。読み飛ばしに注意するよう声をかけます。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【問18 解説】
正解は 3番「乳頭体核」 です。
選択肢を順に確認します。
・1「赤核」：中脳
・2「被蓋」：中脳
・3「乳頭体核」：乳頭体は間脳（視床下部）　← 正解
・4「動眼神経核」：中脳
・5「黒質」：中脳
ポイント：乳頭体は視床下部に属し、Papezの回路の一部。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【問19】（自作）
問題文：中脳にあり、ドーパミンを産生する組織はどれか。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【問19 解説】
正解は 4番「黒質」 です。
選択肢を順に確認します。
・1「上丘」：視覚反射の中枢
・2「中脳蓋」：上丘・下丘を含む背側部
・3「被蓋」：赤核などを含む
・4「黒質」：黒質緻密部のドーパミン作動性ニューロン　← 正解
・5「大脳脚」：錐体路の通路
ポイント：黒質の変性 → ドーパミン低下 → Parkinson病。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【問20】（自作）
問題文：脳幹の背側から神経線維が出る脳神経はどれか。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【問20 解説】
正解は 2番「滑車神経」 です。
選択肢を順に確認します。
・1「動眼神経」：中脳腹側（脚間窩）から出る
・2「滑車神経」：唯一、脳幹の背側（下丘の下）から出る　← 正解
・3「三叉神経」：橋の外側から出る
・4「外転神経」：橋と延髄の境界（腹側）から出る
・5「顔面神経」：橋と延髄の境界（外側）から出る
ポイント：滑車神経：背側から出る・完全交叉する唯一の脳神経。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【小脳】
問題 [21]〜[29]です。
ここから「小脳」の問題に入ります。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【要点まとめ】要点まとめ：小脳の構造と機能
入力（苔状線維・登上線維） → 小脳皮質 → プルキンエ細胞 → 小脳核 → 出力。
■構造：左右の小脳半球＋虫部、皮質3層：分子層・プルキンエ細胞層・顆粒層、小脳核：歯状核・栓状核・球状核・室頂核、小脳テントで大脳（後頭葉）と隔てられる
■小脳脚：上小脳脚：中脳と連絡（主に出力 → 赤核・視床）、中小脳脚：橋と連絡（入力：橋核から）、下小脳脚：延髄と連絡（入力：脊髄小脳路・オリーブ）
■機能：運動の協調・誤差修正、筋トーヌスの調節・姿勢保持、運動学習（手続き記憶）、障害 → 運動失調・測定障害・企図振戦・筋緊張低下
最後に、オリーブ核は延髄にあり、小脳核ではない（登上線維の起始）。ここは試験でよく問われます。
このあとの問題で、この表のどこが使えるかを確認しながら解説します。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【問21】（53回午前82）
問題文：運動制御における小脳の役割で正しいのはどれか。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【問21 解説】
正解は 3番「記憶に基づく運動の修飾」 です。
選択肢を順に確認します。
・1「一連の動作の企画」：補足運動野
・2「運動プランの切り替え」：前頭前野・大脳基底核
・3「記憶に基づく運動の修飾」：小脳：運動記憶をもとに誤差を修正　← 正解
・4「視覚情報を運動指令に変換」：運動前野
・5「自発的な行為のプログラミング」：補足運動野
ポイント：小脳＝運動の協調・誤差修正・運動学習。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【問22】（46回午後70）
問題文：随意運動の制御に関与する部位はどれか。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【問22 解説】
正解は 3番「歯状核」 です。
選択肢を順に確認します。
・1「松果体」：メラトニン分泌（概日リズム）
・2「扁桃体」：情動
・3「歯状核」：小脳核 → 視床 → 大脳皮質へ出力し随意運動を調節　← 正解
・4「青斑核」：ノルアドレナリン作動性（覚醒）
・5「海馬」：記憶
ポイント：歯状核は最大の小脳核で、小脳半球からの出力を担う。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【問23】（43回午後23）
問題文：主たる機能の組合せで正しいのはどれか。２つ選べ。
※2つ選ぶ問題です。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【問23 解説】
正解は 2番「小脳 － 筋トーヌス制御」と4番「網様体 － 覚醒水準」 です。
選択肢を順に確認します。
・1「大脳基底核 － 深部感覚中継核」：感覚の中継は視床
・2「小脳 － 筋トーヌス制御」：小脳は筋緊張の調節に関与（障害で筋緊張低下）　← 正解
・3「海馬 － 姿勢調整」：海馬は記憶
・4「網様体 － 覚醒水準」：脳幹網様体は上行性網様体賦活系で覚醒を維持　← 正解
・5「角回 － 視覚中枢」：視覚中枢は後頭葉（17野）
ポイント：網様体＝覚醒、小脳＝筋トーヌス・協調運動。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【問24】（39回午後9）
問題文：小脳について誤っているのはどれか。
※「誤っている」ものを選ぶ問題です。読み飛ばしに注意するよう声をかけます。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【問24 解説】
正解は 3番「小脳核の一つにオリーブ核がある。」 です。
「誤っている」ものを選ぶ問題なので、正解の選択肢が誤った内容になっています。
選択肢を順に確認します。
・1「小脳は左右半球と虫部からなる。」：正しい
・2「小脳脚は上・中・下の三つからなる。」：正しい
・3「小脳核の一つにオリーブ核がある。」：オリーブ核は延髄。小脳核は歯状核・栓状核・球状核・室頂核　← 正解
・4「小脳皮質は3層からなる。」：正しい（分子層・プルキンエ細胞層・顆粒層）
・5「プルキンエ細胞は小脳皮質からの出力を担っている。」：正しい（唯一の出力細胞）
ポイント：小脳核は「歯・栓・球・室」の4つ。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【問25】（39回午後11）
問題文：体性感覚入力を直接受けるのはどれか。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【問25 解説】
正解は 4番「小脳」 です。
選択肢を順に確認します。
・1「線条体」：主に大脳皮質から入力
・2「黒質」：線条体から入力
・3「視床下核」：淡蒼球外節から入力
・4「小脳」：脊髄小脳路で深部感覚を直接受ける　← 正解
・5「海馬」：記憶に関わる
ポイント：脊髄小脳路（後・前）は意識にのぼらない深部感覚を小脳へ伝える。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【問26】（年不明過去問）
問題文：小脳について誤っているのはどれか。
※「誤っている」ものを選ぶ問題です。読み飛ばしに注意するよう声をかけます。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【問26 解説】
正解は 3番「苔状線維は小脳からの出力線維である。」 です。
「誤っている」ものを選ぶ問題なので、正解の選択肢が誤った内容になっています。
選択肢を順に確認します。
・1「登上線維は小脳への入力線維である。」：正しい（下オリーブ核から）
・2「延髄と橋との背側に位置する。」：正しい（第四脳室の背側）
・3「苔状線維は小脳からの出力線維である。」：苔状線維も入力線維 → 誤り　← 正解
・4「小脳皮質はプルキンエ細胞を含む。」：正しい
・5「上・中・下の３小脳脚で脳幹と結合する。」：正しい
ポイント：入力：苔状線維・登上線維、出力：プルキンエ細胞 → 小脳核。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【問27】（年不明過去問）
問題文：小脳について正しいのはどれか。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【問27 解説】
正解は 4番「小脳と後頭葉とを隔てている硬膜はテントという。」 です。
選択肢を順に確認します。
・1「左右の小脳半球とその間に存在する橋からなっている。」：半球の間は虫部
・2「上、中、下の小脳脚によって大脳と結合している。」：小脳脚は脳幹と結合
・3「身体各部の運動企図をつかさどる作用がある。」：運動企図は大脳皮質（補足運動野など）
・4「小脳と後頭葉とを隔てている硬膜はテントという。」：小脳テント ○　← 正解
・5「小脳皮質は分子層、神経細胞層（プルキンエ細胞層）、錐体細胞層からなる。」：3層目は顆粒層
ポイント：小脳皮質の3層：分子層・プルキンエ細胞層・顆粒層。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【問28】（自作）
問題文：小脳にある核でないのはどれか。
※「でないのは」ものを選ぶ問題です。読み飛ばしに注意するよう声をかけます。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【問28 解説】
正解は 5番「オリーブ核」 です。
選択肢を順に確認します。
・1「歯状核」：小脳核
・2「栓状核」：小脳核
・3「球状核」：小脳核
・4「室頂核」：小脳核
・5「オリーブ核」：延髄にある　← 正解
ポイント：[24]と同じ知識。オリーブ核は延髄。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【問29】（自作）
問題文：小脳について誤っているのはどれか。
※「誤っている」ものを選ぶ問題です。読み飛ばしに注意するよう声をかけます。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【問29 解説】
正解は 3番「上小脳脚は中脳から小脳へ入力する経路である」 です。
「誤っている」ものを選ぶ問題なので、正解の選択肢が誤った内容になっています。
選択肢を順に確認します。
・1「プルキンエ細胞は小脳皮質からの出力線維を出す」：正しい
・2「苔状線維と登上線維は小脳への入力線維である」：正しい
・3「上小脳脚は中脳から小脳へ入力する経路である」：上小脳脚は主に小脳からの出力路（→赤核・視床）　← 正解
・4「中小脳脚は橋から小脳へ入力する経路である」：正しい（橋核から）
・5「下小脳脚は延髄から小脳へ入力する経路である」：正しい（後脊髄小脳路・オリーブ小脳路など）
ポイント：上小脳脚＝主に出力、中・下小脳脚＝主に入力。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【延髄】
問題 [30]〜[31]です。
ここから「延髄」の問題に入ります。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【問30】（44回午後10）
問題文：延髄にない神経核はどれか。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【問30 解説】
正解は 2番「動眼神経核」 です。
選択肢を順に確認します。
・1「舌下神経核」：延髄
・2「動眼神経核」：動眼神経核は中脳　← 正解
・3「前庭神経核」：延髄〜橋
・4「蝸牛神経核」：延髄〜橋
・5「迷走神経背側核」：延髄
ポイント：脳神経核の位置：中脳（Ⅲ・Ⅳ）、橋（Ⅴ〜Ⅷ）、延髄（Ⅸ〜Ⅻ）。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【問31】（年不明過去問）
問題文：延髄について誤っているのはどれか。
※「誤っている」ものを選ぶ問題です。読み飛ばしに注意するよう声をかけます。
何番を選んだか、手を挙げてもらいます（または近くの人と答え合わせ）。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【問31 解説】
正解は 4番「背側部を被蓋と呼ぶ。」 です。
「誤っている」ものを選ぶ問題なので、正解の選択肢が誤った内容になっています。
選択肢を順に確認します。
・1「頭側は橋である。」：正しい
・2「小脳との連絡線維がある。」：正しい（下小脳脚）
・3「外側皮質脊髄路が交差する。」：正しい（錐体交叉）
・4「背側部を被蓋と呼ぶ。」：被蓋は主に中脳・橋で用いる区分 → 誤り　← 正解
・5「舌下神経核がある。」：正しい
ポイント：錐体交叉は延髄下部で起こる。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【正答一覧】テーマ02「大脳・中脳・小脳・延髄」の正答を確認します。
正解数を記録して、間違えた問題を見直しましょう。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097280"/>
            <a:ext cx="4572000" cy="4572000"/>
          </a:xfrm>
          <a:prstGeom prst="ellipse">
            <a:avLst/>
          </a:prstGeom>
          <a:solidFill>
            <a:srgbClr val="2A7F9E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132320" y="2743200"/>
            <a:ext cx="2926080" cy="2926080"/>
          </a:xfrm>
          <a:prstGeom prst="ellipse">
            <a:avLst/>
          </a:prstGeom>
          <a:solidFill>
            <a:srgbClr val="2A7F9E">
              <a:alpha val="2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FD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作業療法士国家試験対策　基礎医学（神経系）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 02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大脳・中脳・小脳・延髄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00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FD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解説スライド　全31問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A7F9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大脳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F2F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 [1]〜[14]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要点まとめ：大脳の主な領野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領野 → 脳葉・部位 → Brodmann → 障害時の症状 をセットで覚える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94560"/>
                <a:gridCol w="914400"/>
                <a:gridCol w="3383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領野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脳葉・部位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Brodmann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機能・障害時の症状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732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一次運動野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前頭葉・中心前回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随意運動の実行 → 対側の片麻痺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732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運動前野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前頭葉（外側）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視覚など外部情報に誘導される運動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732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補足運動野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前頭葉（内側）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記憶に基づく連続運動・動作の企画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732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前頭前野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前頭葉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9・10・46 など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遂行機能・行動の抑制 → 人格変化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732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Broca野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前頭葉・下前頭回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44・45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運動性言語中枢 → 運動性失語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732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一次体性感覚野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頭頂葉・中心後回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3・1・2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体性感覚 → 対側の感覚障害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732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縁上回 / 角回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頭頂葉・下頭頂小葉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 / 39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空間的構成 / 読み書き・計算（Gerstmann）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732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一次聴覚野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側頭葉・横側頭回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41・42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聴覚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732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Wernicke野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側頭葉・上側頭回後部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感覚性言語中枢 → 感覚性失語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732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一次視覚野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後頭葉・鳥距溝周囲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17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視覚 → 同名半盲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溝：中心溝＝前頭葉/頭頂葉、外側溝＝側頭葉の上縁、頭頂後頭溝＝頭頂葉/後頭葉、大脳縦裂＝左右半球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61回午前53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中心後回に位置するのはどれか。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一次運動野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一次嗅覚野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一次視覚野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一次聴覚野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一次体性感覚野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61回午前53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中心後回に位置するのはどれか。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一次運動野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中心前回（4野）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一次嗅覚野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側頭葉内側（梨状葉・扁桃体周囲）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一次視覚野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後頭葉の鳥距溝周囲（17野）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一次聴覚野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側頭葉の横側頭回（41・42野）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一次体性感覚野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中心後回（3・1・2野）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中心前回＝一次運動野、中心後回＝一次体性感覚野。「後悔（後回）するのは感覚」と覚える。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61回午後38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脳腫瘍の発生部位と症状の組合せで正しいのはどれか。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視 床 ― 視力障害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脳 ― 協調運動障害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視交叉 ― 失語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前頭葉 ― 聴力障害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脳幹部 ― 人格障害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61回午後38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脳腫瘍の発生部位と症状の組合せで正しいのはどれか。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視 床 ― 視力障害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視床は感覚の中継核 → 感覚障害・視床痛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脳 ― 協調運動障害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 → 運動失調・協調運動障害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視交叉 ― 失語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視交叉 → 両耳側半盲（下垂体腺腫など）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前頭葉 ― 聴力障害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前頭葉 → 人格変化・運動麻痺・運動性失語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脳幹部 ― 人格障害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脳幹部 → 脳神経麻痺・意識障害・交叉性片麻痺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部位と症状の対応：視交叉＝両耳側半盲、前頭葉＝人格障害、小脳＝協調運動障害。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60回午後46 改訂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脳の領域と機能の組合せで正しいのはどれか。２つ選べ。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角回 ――― 情動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縁上回 ―― 空間的構成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Broca野 ―― 聴覚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前頭前野 ― 行動の抑制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Wernicke野 ― 運動のプログラミング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60回午後46 改訂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脳の領域と機能の組合せで正しいのはどれか。２つ選べ。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角回 ――― 情動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角回は読み書き・計算（障害でGerstmann症候群）。情動は辺縁系・扁桃体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縁上回 ―― 空間的構成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縁上回（頭頂葉）は空間的構成に関与 → 障害で構成障害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Broca野 ―― 聴覚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Broca野は運動性言語中枢（発話）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前頭前野 ― 行動の抑制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前頭前野は遂行機能・行動の抑制を担う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Wernicke野 ― 運動のプログラミング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Wernicke野は感覚性言語中枢（言語理解）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2・4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頭頂葉（角回・縁上回）＝空間・読み書き、前頭前野＝遂行機能・抑制。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55回午後63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Brodmannにより決定された皮質領野で一次運動野に相当するのはどれか。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1野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4野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17野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22野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44野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55回午後63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Brodmannにより決定された皮質領野で一次運動野に相当するのはどれか。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1野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3・1・2野＝一次体性感覚野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4野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4野＝一次運動野（中心前回）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17野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17野＝一次視覚野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22野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22野＝Wernicke野（聴覚連合野）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44野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44・45野＝Broca野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運動は「4」つく。よく出るBrodmann：4（運動）、3-1-2（体性感覚）、17（視覚）、41・42（聴覚）、44・45（Broca）、22（Wernicke）。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53回午前5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脳皮質の感覚野の片側前額断の模式図を示す。Penfieldの感覚神経の脳地図における足の局在はどれか。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475488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475488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475488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475488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475488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</a:t>
            </a:r>
            <a:endParaRPr lang="en-US" sz="15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6696" y="1508760"/>
            <a:ext cx="3234088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53回午前5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脳皮質の感覚野の片側前額断の模式図を示す。Penfieldの感覚神経の脳地図における足の局在はどれか。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539496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07792" y="14173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大脳縦裂に面した内側面 → 足・下肢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539496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907792" y="194767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頭頂部 → 体幹・殿部付近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539496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907792" y="247802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上外側 → 上肢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539496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2907792" y="300837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外側 → 手・顔面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539496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907792" y="353872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外側溝付近 → 口腔・咽頭</a:t>
            </a:r>
            <a:endParaRPr lang="en-US" sz="1100" dirty="0"/>
          </a:p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3146" y="1417320"/>
            <a:ext cx="2829827" cy="2560320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ホムンクルス：内側面（上方）から足→体幹→上肢→手→顔→口の順に外側下方へ並ぶ。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53回午後53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大脳の領野と部位の組合せで正しいのはどれか。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一次運動野 ― 前頭葉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一次体性感覚野 ― 側頭葉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聴覚野 ― 頭頂葉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Broca野 ― 側頭葉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Wernicke野 ― 後頭葉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53回午後53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大脳の領野と部位の組合せで正しいのはどれか。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一次運動野 ― 前頭葉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一次運動野は前頭葉の中心前回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一次体性感覚野 ― 側頭葉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一次体性感覚野は頭頂葉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聴覚野 ― 頭頂葉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聴覚野は側頭葉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Broca野 ― 側頭葉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Broca野は前頭葉（下前頭回）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Wernicke野 ― 後頭葉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Wernicke野は側頭葉（上側頭回後部）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領野と脳葉の対応は頻出。Broca＝前頭葉、Wernicke＝側頭葉。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[7]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50回午後56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大脳の領野と部位の組合せで正しいのはどれか。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一次運動野 ― 側頭葉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一次嗅皮質 ― 後頭葉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一次視覚野 ― 前頭葉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一次聴覚野 ― 辺縁葉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一次体性感覚野 ― 頭頂葉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[7]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50回午後56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大脳の領野と部位の組合せで正しいのはどれか。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一次運動野 ― 側頭葉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一次運動野は前頭葉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一次嗅皮質 ― 後頭葉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一次嗅皮質は側頭葉内側（梨状葉など）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一次視覚野 ― 前頭葉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一次視覚野は後頭葉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一次聴覚野 ― 辺縁葉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一次聴覚野は側頭葉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一次体性感覚野 ― 頭頂葉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一次体性感覚野は頭頂葉 ○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運動＝前頭、体性感覚＝頭頂、聴覚＝側頭、視覚＝後頭。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[8]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49回午前55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側頭葉にあるのはどれか。２つ選べ。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角回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歯状回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帯状回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海馬傍回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中心前回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[8]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49回午前55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側頭葉にあるのはどれか。２つ選べ。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角回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角回は頭頂葉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歯状回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歯状回は側頭葉内側（海馬体の一部）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帯状回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帯状回は大脳内側面（辺縁葉）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海馬傍回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海馬傍回は側頭葉内側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中心前回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中心前回は前頭葉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2・4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側頭葉内側：海馬・歯状回・海馬傍回（記憶に関与）。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[9]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49回午前64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随意運動に関与しないのはどれか。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内包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大脳脚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視床下部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中心前回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[9]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49回午前64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随意運動に関与しないのはどれか。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運動の協調・調節に関与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内包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錐体路が通過（後脚）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大脳脚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錐体路が通過（中脳）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視床下部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自律神経・内分泌の中枢 → 随意運動には関与しない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中心前回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一次運動野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錐体路の経路：中心前回 → 放線冠 → 内包後脚 → 大脳脚 → 橋底部 → 延髄錐体。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[10]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48回午後53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前頭葉に含まれるのはどれか。２つ選べ。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角回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紡錘状回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中心前回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Broca野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Wernicke野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[10]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48回午後53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前頭葉に含まれるのはどれか。２つ選べ。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角回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頭頂葉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紡錘状回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側頭葉〜後頭葉の底面（顔の認知）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中心前回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前頭葉（一次運動野）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Broca野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前頭葉（下前頭回）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Wernicke野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側頭葉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3・4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前頭葉：中心前回・運動前野・補足運動野・Broca野・前頭前野。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[11]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48回午後56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大脳の中心後回にあるのはどれか。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運動前野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前頭眼野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補足運動野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第二次視覚野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第一次体性感覚野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[11]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48回午後56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大脳の中心後回にあるのはどれか。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運動前野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前頭葉（6野外側）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前頭眼野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前頭葉（8野）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補足運動野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前頭葉（6野内側）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第二次視覚野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後頭葉（18野）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第一次体性感覚野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中心後回（3・1・2野）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[1]と同内容。繰り返し出題される。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[12]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46回午後52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頭頂葉にあるのはどれか。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角回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帯状回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歯状回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海馬傍回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中心前回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[12]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46回午後52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頭頂葉にあるのはどれか。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角回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頭頂葉（下頭頂小葉）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帯状回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大脳内側面（辺縁葉）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歯状回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側頭葉内側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海馬傍回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側頭葉内側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中心前回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前頭葉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下頭頂小葉＝縁上回（40野）＋角回（39野）。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[13]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45回午後53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大脳で正しいのはどれか。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中心溝によって左右半球に分けられる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外側溝によって側頭葉と後頭葉とに分けられる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鳥距溝によって頭頂葉と後頭葉とに分けられる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脳梁によって左右半球は連結している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脳弓によって下垂体は視床下部と連結している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[13]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45回午後53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大脳で正しいのはどれか。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中心溝によって左右半球に分けられる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左右を分けるのは大脳縦裂。中心溝は前頭葉と頭頂葉の境界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外側溝によって側頭葉と後頭葉とに分けられる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外側溝は前頭葉・頭頂葉と側頭葉の境界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鳥距溝によって頭頂葉と後頭葉とに分けられる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頭頂葉と後頭葉の境界は頭頂後頭溝。鳥距溝は一次視覚野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脳梁によって左右半球は連結している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脳梁は左右半球を結ぶ交連線維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脳弓によって下垂体は視床下部と連結している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脳弓は海馬と乳頭体を結ぶ。下垂体は漏斗で視床下部と連結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溝の名称と境界の対応を整理する。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[14]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45回午後74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正しいのはどれか。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一次運動野は筋緊張の調節に関与する。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運動前野は記憶に基づいた連続運動に関与する。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補足運動野は視覚情報を運動に変換する。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大脳基底核は運動時の感覚情報を中継する。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小脳は無意識的な運動スキルの習得に関与している。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[14]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45回午後74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正しいのはどれか。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一次運動野は筋緊張の調節に関与する。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一次運動野は随意運動の実行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運動前野は記憶に基づいた連続運動に関与する。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記憶に基づく連続運動は補足運動野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補足運動野は視覚情報を運動に変換する。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視覚情報を運動に変換するのは運動前野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大脳基底核は運動時の感覚情報を中継する。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感覚情報の中継は視床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小脳は無意識的な運動スキルの習得に関与している。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小脳は運動学習（手続き記憶）に関与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運動前野＝外部（視覚）誘導性、補足運動野＝内部（記憶）誘導性の運動。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A7F9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F2F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 [15]〜[20]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要点まとめ：脳幹（中脳・橋・延髄）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中脳は背側から「中脳蓋 → 被蓋 → 黒質 → 大脳脚」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2560320" cy="3429000"/>
          </a:xfrm>
          <a:prstGeom prst="roundRect">
            <a:avLst>
              <a:gd name="adj" fmla="val 3571"/>
            </a:avLst>
          </a:prstGeom>
          <a:solidFill>
            <a:srgbClr val="EAF2F8"/>
          </a:solidFill>
          <a:ln w="9525">
            <a:solidFill>
              <a:srgbClr val="C9D6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F9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2801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874520"/>
            <a:ext cx="228600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中脳蓋：上丘（視覚反射）・下丘（聴覚）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被蓋：赤核、動眼神経核（Ⅲ）、滑車神経核（Ⅳ）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黒質：ドーパミン産生 → 変性でParkinson病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大脳脚：錐体路が通る（腹側）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滑車神経は唯一、背側から出る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91840" y="1143000"/>
            <a:ext cx="2560320" cy="3429000"/>
          </a:xfrm>
          <a:prstGeom prst="roundRect">
            <a:avLst>
              <a:gd name="adj" fmla="val 3571"/>
            </a:avLst>
          </a:prstGeom>
          <a:solidFill>
            <a:srgbClr val="EAF2F8"/>
          </a:solidFill>
          <a:ln w="9525">
            <a:solidFill>
              <a:srgbClr val="C9D6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80160"/>
            <a:ext cx="457200" cy="457200"/>
          </a:xfrm>
          <a:prstGeom prst="ellipse">
            <a:avLst/>
          </a:prstGeom>
          <a:solidFill>
            <a:srgbClr val="2A7F9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7472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2801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橋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1874520"/>
            <a:ext cx="228600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脳神経核：三叉（Ⅴ）・外転（Ⅵ）・顔面（Ⅶ）・内耳（Ⅷ）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橋底部を錐体路が通る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橋核 → 中小脳脚 → 小脳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1143000"/>
            <a:ext cx="2560320" cy="3429000"/>
          </a:xfrm>
          <a:prstGeom prst="roundRect">
            <a:avLst>
              <a:gd name="adj" fmla="val 3571"/>
            </a:avLst>
          </a:prstGeom>
          <a:solidFill>
            <a:srgbClr val="EAF2F8"/>
          </a:solidFill>
          <a:ln w="9525">
            <a:solidFill>
              <a:srgbClr val="C9D6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1280160"/>
            <a:ext cx="457200" cy="457200"/>
          </a:xfrm>
          <a:prstGeom prst="ellipse">
            <a:avLst/>
          </a:prstGeom>
          <a:solidFill>
            <a:srgbClr val="2A7F9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0936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12801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延髄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1874520"/>
            <a:ext cx="228600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脳神経核：舌咽（Ⅸ）・迷走（Ⅹ）・副（Ⅺ）・舌下（Ⅻ）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オリーブ核・疑核・孤束核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錐体交叉（外側皮質脊髄路が交叉）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下小脳脚で小脳と連絡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呼吸・循環の中枢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乳頭体は間脳（視床下部）。中脳の核と間違えやすい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[15]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53回午後54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中脳について誤っているのはどれか。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黒質は被蓋と大脳脚との間に位置する。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皮質脊髄路は被蓋を通過する。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上小脳脚で小脳に連絡する。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大脳脚は腹側に位置する。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中脳蓋は背側に位置する。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[15]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53回午後54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中脳について誤っているのはどれか。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黒質は被蓋と大脳脚との間に位置する。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正しい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皮質脊髄路は被蓋を通過する。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皮質脊髄路（錐体路）は大脳脚を通過する → 誤り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上小脳脚で小脳に連絡する。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大脳脚は腹側に位置する。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正しい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中脳蓋は背側に位置する。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正しい（上丘・下丘）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中脳の断面：背側から中脳蓋 → 被蓋（赤核）→ 黒質 → 大脳脚（腹側）。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[16]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50回午前54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中脳レベルの横断面の模式図を示す。錐体路はどれか。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475488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475488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475488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475488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475488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</a:t>
            </a:r>
            <a:endParaRPr lang="en-US" sz="15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75580" y="1508760"/>
            <a:ext cx="357632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[16]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50回午前54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中脳レベルの横断面の模式図を示す。錐体路はどれか。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539496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07792" y="14173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中脳蓋（上丘）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539496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907792" y="194767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赤核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539496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907792" y="247802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黒質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539496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2907792" y="300837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中脳水道周囲（動眼神経核付近）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539496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907792" y="353872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大脳脚 → 錐体路が通る</a:t>
            </a:r>
            <a:endParaRPr lang="en-US" sz="1100" dirty="0"/>
          </a:p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3420" y="1417320"/>
            <a:ext cx="3129280" cy="2560320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錐体路は中脳では腹側の大脳脚を通る。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[17]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47回午前55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中脳にあるのはどれか。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疑核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赤核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孤束核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歯状核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オリーブ核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[17]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47回午前55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中脳にあるのはどれか。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疑核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延髄（舌咽・迷走神経の運動核）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赤核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中脳被蓋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孤束核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延髄（味覚・内臓感覚）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歯状核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小脳核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オリーブ核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延髄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中脳の核：赤核・黒質・動眼神経核・滑車神経核・上丘・下丘。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[18]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年不明過去問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中脳にないのはどれか。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赤核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被蓋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乳頭体核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動眼神経核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黒質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[18]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年不明過去問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中脳にないのはどれか。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赤核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被蓋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乳頭体核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乳頭体は間脳（視床下部）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動眼神経核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黒質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乳頭体は視床下部に属し、Papezの回路の一部。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[19]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自作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中脳にあり、ドーパミンを産生する組織はどれか。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上丘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中脳蓋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被蓋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黒質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大脳脚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[19]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自作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中脳にあり、ドーパミンを産生する組織はどれか。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視覚反射の中枢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上丘・下丘を含む背側部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被蓋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赤核などを含む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黒質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黒質緻密部のドーパミン作動性ニューロン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大脳脚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錐体路の通路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黒質の変性 → ドーパミン低下 → Parkinson病。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[20]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自作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脳幹の背側から神経線維が出る脳神経はどれか。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動眼神経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滑車神経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三叉神経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外転神経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顔面神経</a:t>
            </a:r>
            <a:endParaRPr lang="en-US" sz="1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[20]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自作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脳幹の背側から神経線維が出る脳神経はどれか。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動眼神経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中脳腹側（脚間窩）から出る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滑車神経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唯一、脳幹の背側（下丘の下）から出る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三叉神経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橋の外側から出る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外転神経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橋と延髄の境界（腹側）から出る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顔面神経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橋と延髄の境界（外側）から出る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滑車神経：背側から出る・完全交叉する唯一の脳神経。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A7F9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F2F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 [21]〜[29]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要点まとめ：小脳の構造と機能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入力（苔状線維・登上線維） → 小脳皮質 → プルキンエ細胞 → 小脳核 → 出力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2560320" cy="3429000"/>
          </a:xfrm>
          <a:prstGeom prst="roundRect">
            <a:avLst>
              <a:gd name="adj" fmla="val 3571"/>
            </a:avLst>
          </a:prstGeom>
          <a:solidFill>
            <a:srgbClr val="EAF2F8"/>
          </a:solidFill>
          <a:ln w="9525">
            <a:solidFill>
              <a:srgbClr val="C9D6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F9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2801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構造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874520"/>
            <a:ext cx="228600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左右の小脳半球＋虫部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皮質3層：分子層・プルキンエ細胞層・顆粒層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小脳核：歯状核・栓状核・球状核・室頂核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小脳テントで大脳（後頭葉）と隔てられる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91840" y="1143000"/>
            <a:ext cx="2560320" cy="3429000"/>
          </a:xfrm>
          <a:prstGeom prst="roundRect">
            <a:avLst>
              <a:gd name="adj" fmla="val 3571"/>
            </a:avLst>
          </a:prstGeom>
          <a:solidFill>
            <a:srgbClr val="EAF2F8"/>
          </a:solidFill>
          <a:ln w="9525">
            <a:solidFill>
              <a:srgbClr val="C9D6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80160"/>
            <a:ext cx="457200" cy="457200"/>
          </a:xfrm>
          <a:prstGeom prst="ellipse">
            <a:avLst/>
          </a:prstGeom>
          <a:solidFill>
            <a:srgbClr val="2A7F9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7472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2801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小脳脚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1874520"/>
            <a:ext cx="228600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上小脳脚：中脳と連絡（主に出力 → 赤核・視床）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中小脳脚：橋と連絡（入力：橋核から）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下小脳脚：延髄と連絡（入力：脊髄小脳路・オリーブ）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1143000"/>
            <a:ext cx="2560320" cy="3429000"/>
          </a:xfrm>
          <a:prstGeom prst="roundRect">
            <a:avLst>
              <a:gd name="adj" fmla="val 3571"/>
            </a:avLst>
          </a:prstGeom>
          <a:solidFill>
            <a:srgbClr val="EAF2F8"/>
          </a:solidFill>
          <a:ln w="9525">
            <a:solidFill>
              <a:srgbClr val="C9D6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1280160"/>
            <a:ext cx="457200" cy="457200"/>
          </a:xfrm>
          <a:prstGeom prst="ellipse">
            <a:avLst/>
          </a:prstGeom>
          <a:solidFill>
            <a:srgbClr val="2A7F9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0936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12801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機能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1874520"/>
            <a:ext cx="228600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運動の協調・誤差修正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筋トーヌスの調節・姿勢保持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運動学習（手続き記憶）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障害 → 運動失調・測定障害・企図振戦・筋緊張低下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オリーブ核は延髄にあり、小脳核ではない（登上線維の起始）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[21]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53回午前82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運動制御における小脳の役割で正しいのはどれか。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一連の動作の企画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運動プランの切り替え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記憶に基づく運動の修飾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視覚情報を運動指令に変換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自発的な行為のプログラミング</a:t>
            </a:r>
            <a:endParaRPr lang="en-US" sz="15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[21]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53回午前82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運動制御における小脳の役割で正しいのはどれか。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一連の動作の企画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補足運動野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運動プランの切り替え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前頭前野・大脳基底核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記憶に基づく運動の修飾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小脳：運動記憶をもとに誤差を修正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視覚情報を運動指令に変換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運動前野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自発的な行為のプログラミング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補足運動野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小脳＝運動の協調・誤差修正・運動学習。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[22]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46回午後70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随意運動の制御に関与する部位はどれか。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松果体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扁桃体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歯状核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青斑核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海馬</a:t>
            </a:r>
            <a:endParaRPr lang="en-US" sz="15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[22]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46回午後70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随意運動の制御に関与する部位はどれか。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松果体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メラトニン分泌（概日リズム）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扁桃体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情動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歯状核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小脳核 → 視床 → 大脳皮質へ出力し随意運動を調節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青斑核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ノルアドレナリン作動性（覚醒）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海馬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記憶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歯状核は最大の小脳核で、小脳半球からの出力を担う。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[23]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43回午後23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主たる機能の組合せで正しいのはどれか。２つ選べ。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大脳基底核 － 深部感覚中継核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 － 筋トーヌス制御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海馬 － 姿勢調整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網様体 － 覚醒水準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角回 － 視覚中枢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[23]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43回午後23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主たる機能の組合せで正しいのはどれか。２つ選べ。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大脳基底核 － 深部感覚中継核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感覚の中継は視床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 － 筋トーヌス制御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小脳は筋緊張の調節に関与（障害で筋緊張低下）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海馬 － 姿勢調整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海馬は記憶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網様体 － 覚醒水準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脳幹網様体は上行性網様体賦活系で覚醒を維持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角回 － 視覚中枢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視覚中枢は後頭葉（17野）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2・4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網様体＝覚醒、小脳＝筋トーヌス・協調運動。</a:t>
            </a:r>
            <a:endParaRPr lang="en-US" sz="1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[24]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39回午後9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小脳について誤っているのはどれか。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小脳は左右半球と虫部からなる。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小脳脚は上・中・下の三つからなる。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小脳核の一つにオリーブ核がある。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小脳皮質は3層からなる。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プルキンエ細胞は小脳皮質からの出力を担っている。</a:t>
            </a:r>
            <a:endParaRPr lang="en-US" sz="15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[24]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39回午後9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小脳について誤っているのはどれか。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小脳は左右半球と虫部からなる。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正しい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小脳脚は上・中・下の三つからなる。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小脳核の一つにオリーブ核がある。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オリーブ核は延髄。小脳核は歯状核・栓状核・球状核・室頂核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小脳皮質は3層からなる。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正しい（分子層・プルキンエ細胞層・顆粒層）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プルキンエ細胞は小脳皮質からの出力を担っている。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正しい（唯一の出力細胞）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小脳核は「歯・栓・球・室」の4つ。</a:t>
            </a:r>
            <a:endParaRPr lang="en-US" sz="1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[25]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39回午後11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体性感覚入力を直接受けるのはどれか。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線条体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黒質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視床下核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海馬</a:t>
            </a:r>
            <a:endParaRPr lang="en-US" sz="15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[25]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39回午後11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体性感覚入力を直接受けるのはどれか。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線条体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主に大脳皮質から入力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黒質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線条体から入力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視床下核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淡蒼球外節から入力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脊髄小脳路で深部感覚を直接受ける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海馬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記憶に関わる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脊髄小脳路（後・前）は意識にのぼらない深部感覚を小脳へ伝える。</a:t>
            </a:r>
            <a:endParaRPr lang="en-US" sz="1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[26]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年不明過去問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小脳について誤っているのはどれか。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登上線維は小脳への入力線維である。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延髄と橋との背側に位置する。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苔状線維は小脳からの出力線維である。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小脳皮質はプルキンエ細胞を含む。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上・中・下の３小脳脚で脳幹と結合する。</a:t>
            </a:r>
            <a:endParaRPr lang="en-US" sz="15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[26]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年不明過去問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小脳について誤っているのはどれか。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登上線維は小脳への入力線維である。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正しい（下オリーブ核から）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延髄と橋との背側に位置する。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正しい（第四脳室の背側）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苔状線維は小脳からの出力線維である。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苔状線維も入力線維 → 誤り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小脳皮質はプルキンエ細胞を含む。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正しい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上・中・下の３小脳脚で脳幹と結合する。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正しい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入力：苔状線維・登上線維、出力：プルキンエ細胞 → 小脳核。</a:t>
            </a:r>
            <a:endParaRPr lang="en-US" sz="1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[27]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年不明過去問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小脳について正しいのはどれか。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左右の小脳半球とその間に存在する橋からなっている。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上、中、下の小脳脚によって大脳と結合している。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身体各部の運動企図をつかさどる作用がある。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小脳と後頭葉とを隔てている硬膜はテントという。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小脳皮質は分子層、神経細胞層（プルキンエ細胞層）、錐体細胞層からなる。</a:t>
            </a:r>
            <a:endParaRPr lang="en-US" sz="15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[27]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年不明過去問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小脳について正しいのはどれか。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左右の小脳半球とその間に存在する橋からなっている。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半球の間は虫部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上、中、下の小脳脚によって大脳と結合している。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小脳脚は脳幹と結合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身体各部の運動企図をつかさどる作用がある。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運動企図は大脳皮質（補足運動野など）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小脳と後頭葉とを隔てている硬膜はテントという。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小脳テント ○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小脳皮質は分子層、神経細胞層（プルキンエ細胞層）、錐体細胞層からなる。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3層目は顆粒層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小脳皮質の3層：分子層・プルキンエ細胞層・顆粒層。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[28]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自作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小脳にある核でないのはどれか。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歯状核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栓状核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球状核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室頂核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オリーブ核</a:t>
            </a:r>
            <a:endParaRPr lang="en-US" sz="15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[28]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自作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小脳にある核でないのはどれか。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歯状核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小脳核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栓状核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小脳核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球状核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小脳核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室頂核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小脳核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オリーブ核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延髄にある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[24]と同じ知識。オリーブ核は延髄。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[29]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自作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小脳について誤っているのはどれか。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プルキンエ細胞は小脳皮質からの出力線維を出す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苔状線維と登上線維は小脳への入力線維である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上小脳脚は中脳から小脳へ入力する経路である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中小脳脚は橋から小脳へ入力する経路である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下小脳脚は延髄から小脳へ入力する経路である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[29]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自作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小脳について誤っているのはどれか。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プルキンエ細胞は小脳皮質からの出力線維を出す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正しい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苔状線維と登上線維は小脳への入力線維である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上小脳脚は中脳から小脳へ入力する経路である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上小脳脚は主に小脳からの出力路（→赤核・視床）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中小脳脚は橋から小脳へ入力する経路である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正しい（橋核から）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下小脳脚は延髄から小脳へ入力する経路である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正しい（後脊髄小脳路・オリーブ小脳路など）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上小脳脚＝主に出力、中・下小脳脚＝主に入力。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2A7F9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延髄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F2F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 [30]〜[31]</a:t>
            </a:r>
            <a:endParaRPr lang="en-US" sz="16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[30]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44回午後10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延髄にない神経核はどれか。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舌下神経核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動眼神経核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前庭神経核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蝸牛神経核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迷走神経背側核</a:t>
            </a:r>
            <a:endParaRPr lang="en-US" sz="15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[30]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44回午後10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延髄にない神経核はどれか。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舌下神経核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延髄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動眼神経核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動眼神経核は中脳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前庭神経核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延髄〜橋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蝸牛神経核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延髄〜橋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迷走神経背側核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延髄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脳神経核の位置：中脳（Ⅲ・Ⅳ）、橋（Ⅴ〜Ⅷ）、延髄（Ⅸ〜Ⅻ）。</a:t>
            </a:r>
            <a:endParaRPr lang="en-US" sz="12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1732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[31]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年不明過去問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延髄について誤っているのはどれか。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572768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508760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頭側は橋である。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112264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17627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112264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小脳との連絡線維がある。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779776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715768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外側皮質脊髄路が交差する。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319272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3832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319272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背側部を被蓋と呼ぶ。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493776"/>
          </a:xfrm>
          <a:prstGeom prst="roundRect">
            <a:avLst>
              <a:gd name="adj" fmla="val 14815"/>
            </a:avLst>
          </a:prstGeom>
          <a:solidFill>
            <a:srgbClr val="EAF2F8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3986784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2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22776"/>
            <a:ext cx="754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舌下神経核がある。</a:t>
            </a:r>
            <a:endParaRPr lang="en-US" sz="15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D953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274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[31]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年不明過去問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延髄について誤っているのはどれか。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8132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417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頭側は橋である。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1417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正しい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4767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47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小脳との連絡線維がある。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19476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正しい（下小脳脚）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78024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54203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478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外側皮質脊髄路が交差する。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47802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正しい（錐体交叉）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BE3E2"/>
          </a:solidFill>
          <a:ln w="19050">
            <a:solidFill>
              <a:srgbClr val="D9534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072384"/>
            <a:ext cx="329184" cy="329184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0083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背側部を被蓋と呼ぶ。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096512" y="30083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被蓋は主に中脳・橋で用いる区分 → 誤り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60273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6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538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舌下神経核がある。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096512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正しい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953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1605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57400" y="4160520"/>
            <a:ext cx="6629400" cy="685800"/>
          </a:xfrm>
          <a:prstGeom prst="roundRect">
            <a:avLst>
              <a:gd name="adj" fmla="val 10667"/>
            </a:avLst>
          </a:prstGeom>
          <a:solidFill>
            <a:srgbClr val="EAF2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94560" y="41605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F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POINT　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錐体交叉は延髄下部で起こる。</a:t>
            </a:r>
            <a:endParaRPr lang="en-US" sz="1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正答一覧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 02　大脳・中脳・小脳・延髄</a:t>
            </a:r>
            <a:endParaRPr lang="en-US" sz="110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[1]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[8]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2・4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[15]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[22]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[29]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[2]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[9]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[16]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[23]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2・4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[30]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[3]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2・4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[10]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3・4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[17]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[24]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[31]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[4]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[11]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[18]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[25]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[5]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[12]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[19]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[26]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[6]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[13]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[20]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[27]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[7]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[14]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[21]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[28]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3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 大脳・中脳・小脳・延髄 解説</dc:title>
  <dc:subject>PptxGenJS Presentation</dc:subject>
  <dc:creator>PptxGenJS</dc:creator>
  <cp:lastModifiedBy>PptxGenJS</cp:lastModifiedBy>
  <cp:revision>1</cp:revision>
  <dcterms:created xsi:type="dcterms:W3CDTF">2026-09-30T06:43:58Z</dcterms:created>
  <dcterms:modified xsi:type="dcterms:W3CDTF">2026-09-30T06:43:58Z</dcterms:modified>
</cp:coreProperties>
</file>